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Harnesses for Long-Running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为长时间运行的智能体构建支撑体系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 AI 智能体需要持续工作数小时甚至数天，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如何让它保持专注、不跑偏、不遗忘？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答案在于 —— Harness（驾驭框架）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498080" y="32918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31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概念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什么是智能体(Agent)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" y="226771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什么是长时间运行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" y="263347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什么是上下文(Context)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" y="299923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什么是Harness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" y="336499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Harness的核心价值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1248" y="373075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Shape 16"/>
          <p:cNvSpPr/>
          <p:nvPr/>
        </p:nvSpPr>
        <p:spPr>
          <a:xfrm>
            <a:off x="347472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0" y="11887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1148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1148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痛点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70332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上下文焦虑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584448" y="226771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7033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过早宣告胜利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584448" y="26334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370332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上下文腐烂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584448" y="29992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6"/>
          <p:cNvSpPr/>
          <p:nvPr/>
        </p:nvSpPr>
        <p:spPr>
          <a:xfrm>
            <a:off x="37033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自我评估偏差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584448" y="336499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8"/>
          <p:cNvSpPr/>
          <p:nvPr/>
        </p:nvSpPr>
        <p:spPr>
          <a:xfrm>
            <a:off x="370332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一次做太多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584448" y="373075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Shape 30"/>
          <p:cNvSpPr/>
          <p:nvPr/>
        </p:nvSpPr>
        <p:spPr>
          <a:xfrm>
            <a:off x="621792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217920" y="118872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580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68580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方案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44652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Claude Code上下文管理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327648" y="226771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6"/>
          <p:cNvSpPr/>
          <p:nvPr/>
        </p:nvSpPr>
        <p:spPr>
          <a:xfrm>
            <a:off x="64465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Subagents &amp; AgentTeams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327648" y="263347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3" name="Text 38"/>
          <p:cNvSpPr/>
          <p:nvPr/>
        </p:nvSpPr>
        <p:spPr>
          <a:xfrm>
            <a:off x="644652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Auto Mode安全自动化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27648" y="299923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5" name="Text 40"/>
          <p:cNvSpPr/>
          <p:nvPr/>
        </p:nvSpPr>
        <p:spPr>
          <a:xfrm>
            <a:off x="64465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Harness设计原则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327648" y="336499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7" name="Text 42"/>
          <p:cNvSpPr/>
          <p:nvPr/>
        </p:nvSpPr>
        <p:spPr>
          <a:xfrm>
            <a:off x="644652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Managed Agents架构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327648" y="373075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9" name="Text 44"/>
          <p:cNvSpPr/>
          <p:nvPr/>
        </p:nvSpPr>
        <p:spPr>
          <a:xfrm>
            <a:off x="644652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Superpowers框架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6327648" y="409651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1" name="Text 46"/>
          <p:cNvSpPr/>
          <p:nvPr/>
        </p:nvSpPr>
        <p:spPr>
          <a:xfrm>
            <a:off x="644652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多Agent协调模式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327648" y="446227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3" name="Text 48"/>
          <p:cNvSpPr/>
          <p:nvPr/>
        </p:nvSpPr>
        <p:spPr>
          <a:xfrm>
            <a:off x="644652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演化哲学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327648" y="4828032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5" name="Text 5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什么是智能体 (Agent)?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97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类比：Agent 就像一个能力很强的实习生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能看文档、写代码、跑测试、搜索资料 —— 但需要在框架约束下工作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自主感知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8580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读取文件、搜索代码、浏览网页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65176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5603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889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自主行动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78892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写代码、执行命令、创建文件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603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9204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判断下一步该做什么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85800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256032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951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迭代优化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99516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根据反馈调整方案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什么是"长时间运行"?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短任务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类比：问路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一次问答即可完成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上下文窗口绰绰有余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不需要跨会话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示例：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修复一个 typo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解释一段代码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长任务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类比：盖楼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需要多个会话持续工作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上下文窗口可能不够用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需要跨会话交接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示例：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构建完整 Web 应用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迁移整个代码库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663440"/>
            <a:ext cx="8046720" cy="9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什么是上下文 (Context)?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97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类比：Context = AI 的工作桌面。所有正在处理的信息都摊在桌面上，桌面空间有限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80467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上下文窗口中包含什么？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2743200"/>
            <a:ext cx="54864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2743200"/>
            <a:ext cx="548640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系统提示词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92240" y="2743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22960" y="3090672"/>
            <a:ext cx="54864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090672"/>
            <a:ext cx="438912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CLAUDE.md 配置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92240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8%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22960" y="3438144"/>
            <a:ext cx="54864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960" y="3438144"/>
            <a:ext cx="192024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" y="3438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对话历史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492240" y="34381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35%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22960" y="3785616"/>
            <a:ext cx="54864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" y="3785616"/>
            <a:ext cx="21945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" y="3785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工具调用结果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92240" y="37856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40%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22960" y="4133088"/>
            <a:ext cx="54864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4"/>
          <p:cNvSpPr/>
          <p:nvPr/>
        </p:nvSpPr>
        <p:spPr>
          <a:xfrm>
            <a:off x="822960" y="4133088"/>
            <a:ext cx="384048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5"/>
          <p:cNvSpPr/>
          <p:nvPr/>
        </p:nvSpPr>
        <p:spPr>
          <a:xfrm>
            <a:off x="914400" y="4133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MCP / Skills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492240" y="41330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7%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48640" y="4297680"/>
            <a:ext cx="804672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8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1M tokens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  ≈ 75万字  |  看似很大，但构建一个应用可能消耗多轮上下文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Harness（驾驭框架）?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= 围绕 AI 模型构建的编排脚手架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类比：Harness = 建筑工地的项目管理体系 —— 不是搬砖的人，而是确保搬砖的人有序工作、不返工、不遗漏的管理框架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945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分解工作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将复杂任务拆解为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可管理的小块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51760" y="2194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651760" y="21945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管理上下文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78892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控制信息进出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保持工作记忆清晰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194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1945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423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反馈循环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生成-评估-改进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迭代直到达标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000" y="21945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0" y="21945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4231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951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协调多Agent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99516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分工协作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各司其职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的核心价值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 Harness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Agent 尝试一次完成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01168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上下文窗口溢出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146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信息遗漏/矛盾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017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质量低劣输出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4632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2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Harness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1206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任务分解为小块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上下文精准管理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5146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评估-迭代循环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1752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2064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高质量输出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Text 18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Harness 不是限制 Agent 的能力，而是让 Agent 的能力在长时间运行中持续稳定发挥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为什么长时智能体需要 Harness？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理想：Agent 接到任务，自主完成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现实：各种失败模式让 Agent 在长任务中频频翻车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挑战1：上下文焦虑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Context Anxiety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43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Agent 在接近上下文限制时提前收工，而非尽力完成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Sonnet 4.5 表现尤为明显 —— 上下文还没满就开始总结收尾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生活类比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类比：实习生一看快下班就开始收拾东西，活儿还没干完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来源：Anthropic 工程博客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挑战2：过早宣告胜利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Premature Victory Declaration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43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Agent 看到一些进展就认为任务完成，实际还有大量工作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后续会话的 Agent 看到已有进展，判断"差不多了"——但远未完成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生活类比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类比：只刷了客厅就认为整个房子装修完成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来源：Effective Harnesses for Long-Running Agents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挑战3：上下文腐烂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Context Rot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43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随对话积累，无关信息干扰判断，性能退化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症状：自相矛盾、忘记决策、重复错误、回复模糊化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生活类比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类比：桌上堆满旧文件，找不到当前需要的资料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来源：Claude Code 官方文档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挑战4：自我评估偏差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Poor Self-Evaluation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43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Agent 对自己的工作过度自信，尤其在主观任务上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调优一个独立评估器远比让生成器批评自己的工作容易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生活类比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类比：学生自己批改自己的试卷 —— 总是偏宽松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来源：Harness Design for Long-Running Apps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挑战5：一次做太多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One-Shotting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143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试图一次性完成所有工作，中途上下文溢出，留下半成品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下一个 Agent 必须猜测发生了什么，花时间恢复工作状态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生活类比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类比：一个人想同时盖三栋楼，结果三栋都是烂尾楼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来源：Effective Harnesses for Long-Running Agents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有 Harness vs 无 Harness：真实数据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耗时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成本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核心功能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视觉设计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普通/空白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Harness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耗时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小时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成本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核心功能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完整可用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视觉设计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一致有特色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20x 成本，但产出质量根本不同 —— Solo Agent 核心功能不可用，Harness 产出可上线的应用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来源：Anthropic Engineering Blog - Harness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谁在解决这个问题？怎么解决的？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从 Claude Code 官方方案到行业实践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的上下文管理体系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24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2618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持久指令，每次会话自动加载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297680" y="1508760"/>
            <a:ext cx="182880" cy="109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1907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Memory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88720" y="19019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跨会话自动积累经验知识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297680" y="2148840"/>
            <a:ext cx="182880" cy="10972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359152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88720" y="2542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压缩对话历史，保留关键信息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297680" y="2788920"/>
            <a:ext cx="182880" cy="10972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999232"/>
            <a:ext cx="320040" cy="3200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8872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1188720" y="31821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清理全部上下文，重新开始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4297680" y="3429000"/>
            <a:ext cx="182880" cy="10972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639312"/>
            <a:ext cx="320040" cy="3200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18872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/rewind</a:t>
            </a:r>
            <a:endParaRPr lang="en-US" sz="1300" dirty="0"/>
          </a:p>
        </p:txBody>
      </p:sp>
      <p:sp>
        <p:nvSpPr>
          <p:cNvPr id="28" name="Text 17"/>
          <p:cNvSpPr/>
          <p:nvPr/>
        </p:nvSpPr>
        <p:spPr>
          <a:xfrm>
            <a:off x="1188720" y="38221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回滚到检查点，撤销错误方向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4297680" y="4069080"/>
            <a:ext cx="182880" cy="109728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279392"/>
            <a:ext cx="320040" cy="3200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18872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33" name="Text 20"/>
          <p:cNvSpPr/>
          <p:nvPr/>
        </p:nvSpPr>
        <p:spPr>
          <a:xfrm>
            <a:off x="1188720" y="4462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子代理隔离，保护主上下文</a:t>
            </a:r>
            <a:endParaRPr lang="en-US" sz="1100" dirty="0"/>
          </a:p>
        </p:txBody>
      </p:sp>
      <p:sp>
        <p:nvSpPr>
          <p:cNvPr id="34" name="Text 2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CLAUDE.md：跨会话的持久知识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是什么？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项目级配置文件，注入系统提示词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每次对话自动加载，无需重复说明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类比：实习生的入职手册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关键规则：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控制在 200 行以内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用祈使句+短列表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提交到 Git 与团队共享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路径作用域规则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按目录加载，节省上下文空间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api.md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# src/api/** 时加载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frontend.md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# src/components/** 时加载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testing.md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*.test.ts 时加载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四层优先级（由高到低）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4069080"/>
            <a:ext cx="1828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4069080"/>
            <a:ext cx="54864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企业策略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/etc/claude-code/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0" y="4069080"/>
            <a:ext cx="1828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0" y="4069080"/>
            <a:ext cx="54864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288036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用户级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8036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~/.claude/CLAUDE.md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4069080"/>
            <a:ext cx="1828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0" y="4069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项目级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9204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./CLAUDE.md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766560" y="4069080"/>
            <a:ext cx="1828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766560" y="40690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690372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子目录级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0372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src/CLAUDE.md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Memory 与 Progressive Disclosure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Memory 自动记忆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Agent 跨会话自动积累经验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判断哪些信息值得保留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按 Git 仓库路径隔离存储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存储内容：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构建命令、调试技巧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架构决策笔记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代码风格偏好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渐进披露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Skills 按需加载，避免上下文浪费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46320" y="1920240"/>
            <a:ext cx="109728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846320" y="192024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元数据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9204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~100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仅判断何时使用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468880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80760" y="1920240"/>
            <a:ext cx="109728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080760" y="192024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5"/>
          <p:cNvSpPr/>
          <p:nvPr/>
        </p:nvSpPr>
        <p:spPr>
          <a:xfrm>
            <a:off x="61264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完整指令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2648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&lt;5k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按需加载完整内容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468880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315200" y="1920240"/>
            <a:ext cx="109728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315200" y="192024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19"/>
          <p:cNvSpPr/>
          <p:nvPr/>
        </p:nvSpPr>
        <p:spPr>
          <a:xfrm>
            <a:off x="736092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脚本/资源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6092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按需执行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只在需要时加载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核心思想：给 Agent 能力按需获取所需信息，而非预加载所有内容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Subagents：上下文隔离的关键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每个子代理拥有独立上下文窗口，只返回摘要结果给主对话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类比：浏览器标签页 —— 在新标签页追查线索，不影响主标签页的工作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 Subagents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2377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研究型任务（10+ 文件）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多个独立子任务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需要新鲜视角（无历史偏见）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提交前验证/审查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流水线工作流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内置子代理：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Explore（只读搜索）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Plan（规划分析）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General-purpose（通用）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9202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0" y="2377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独立上下文窗口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可配置工具权限（如只读）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并行执行多个子代理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只返回摘要，不返回原始输出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可恢复（resume）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支持持久记忆（memory）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Git worktree 隔离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可路由到更便宜的模型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AgentTeams：多智能体并行协作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Team Lead（协调者） + Teammates（独立工作者） + 共享任务列表 + 邮箱通信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393192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只能向主代理汇报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主代理管理所有工作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适合：聚焦任务，只需结果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Token 成本较低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结果返回主上下文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393192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AgentTeams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成员之间可直接通信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共享任务列表 + 自协调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适合：需讨论、协作、互相验证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Token 成本较高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每个成员完整 Claude 实例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解决：假设锚定 | 维度干扰 | 上下文耗尽 | 序列瓶颈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Mode：安全的自动化权限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问题：用户审批了 93% 的权限请求 → 审批疲劳 → 失去安全意义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安全工具白名单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文件读取、代码搜索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自动允许，无需审核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01168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371600"/>
            <a:ext cx="26060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项目内文件操作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项目内写入/编辑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可被版本控制审查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01168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2648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26480" y="1371600"/>
            <a:ext cx="260604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6"/>
          <p:cNvSpPr/>
          <p:nvPr/>
        </p:nvSpPr>
        <p:spPr>
          <a:xfrm>
            <a:off x="6263640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分类器审核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6364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Shell命令、外部工具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分类器判断安全性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3474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Deny-and-Continue 模式（长时运行的关键设计）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拒绝后 Agent 不停止，而是找替代方案继续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连续 3 次拒绝 或 总计 20 次拒绝 → 升级给人类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误报率仅 0.4%：一次误报只多一次重试，不会终止长任务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Reset vs Compaction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压缩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总结历史对话，保留连续性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在上下文 75% 时自动触发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有损压缩，可能丢失重要信息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性能随模型能力提升：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Sonnet 4.5: 43%（无论预算）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Opus 4.5: 68%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Opus 4.6: 84%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Reset 重置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彻底清理 + 结构化交接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解决上下文焦虑问题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需要好的交接机制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关键发现：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Sonnet 4.5 有严重焦虑 → Reset 必需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Opus 4.5 无焦虑 → Reset 变成死重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D9488"/>
                </a:solidFill>
              </a:rPr>
              <a:t>→ 组件编码了模型能力的假设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每个 Harness 组件都编码了一个假设："模型做不了 X"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当模型进步，这些假设会过时，组件变成死重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解决方案：定期逐个移除组件，观察影响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设计六大原则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分解为可处理的小块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一次一个功能，防止Agent失控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1887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结构化工件做上下文交接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文件传递状态，而非依赖记忆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1887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生成与评估分离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GAN启发：独立评估器比自我批评有效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92608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让主观质量可评分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将模糊判断转化为具体可测标准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29260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92608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10896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776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多Agent专业角色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Planner/Generator/Evaluator分工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9260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92608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310896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协商冲刺合同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每次迭代前约定"完成"的定义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Managed Agents：云端长时运行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Brain / Hands / Session 三层解耦架构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606040" cy="365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持久事件日志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append-only log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所有事件的真相来源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371600"/>
            <a:ext cx="2606040" cy="3657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Claude + Harness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完全无状态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可独立扩展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37160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Sandbox 容器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隔离执行环境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可替换 cattle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核心工程优势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31520" y="3749040"/>
            <a:ext cx="1828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3767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容错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2960" y="4005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容器失败=工具错误，新容器继续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743200" y="3749040"/>
            <a:ext cx="1828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2834640" y="3767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安全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834640" y="4005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凭据永不到达Sandbox，结构性隔离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54880" y="3749040"/>
            <a:ext cx="1828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320" y="3767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性能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846320" y="4005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p50 TTFT -60%, p95 TTFT &gt;-90%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766560" y="3749040"/>
            <a:ext cx="1828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8"/>
          <p:cNvSpPr/>
          <p:nvPr/>
        </p:nvSpPr>
        <p:spPr>
          <a:xfrm>
            <a:off x="6858000" y="3767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灵活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58000" y="4005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一个Brain连接多Hands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Managed Agents 架构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743200" cy="164592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</a:rPr>
              <a:t>Claude + Harness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</a:rPr>
              <a:t>(无状态,可替换)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097280"/>
            <a:ext cx="274320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66928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</a:rPr>
              <a:t>Sandbox 容器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</a:rPr>
              <a:t>(隔离,可替换)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0" y="3291840"/>
            <a:ext cx="3657600" cy="11887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4290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756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92608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Append-Only Event Log (持久存储)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0" y="1920240"/>
            <a:ext cx="1828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840480" y="1600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execute(name, input)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84048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← string result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2286000" y="2743200"/>
            <a:ext cx="0" cy="548640"/>
          </a:xfrm>
          <a:prstGeom prst="line">
            <a:avLst/>
          </a:prstGeom>
          <a:noFill/>
          <a:ln w="25400">
            <a:solidFill>
              <a:srgbClr val="475569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146304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emitEvent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463040" y="3108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getEvents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" y="46360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"Cattle not Pet" —— 三层都可独立替换，故障恢复通过 wake(sessionId) 从事件日志重建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行业方案：Superpowers 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核心理念：Agent 可靠性不来自更好的提示词，而来自更好的流程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GitHub 160k stars | 跨平台支持 Claude Code, Cursor, GitHub Copilot 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150876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先设计再编码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Agent先提取需求规格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获得人类确认后才动手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12848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12848" y="2011680"/>
            <a:ext cx="150876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21488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58568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实施计划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2-5分钟粒度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258568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任务拆到足够小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Agent无需即兴发挥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77056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77056" y="2011680"/>
            <a:ext cx="150876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148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22776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子代理驱动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每个任务新实例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922776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避免上下文腐烂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两阶段审查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541264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41264" y="2011680"/>
            <a:ext cx="150876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1488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86984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强制TDD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红-绿-重构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86984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先写测试再写代码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无测试的代码会被删除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205472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05472" y="2011680"/>
            <a:ext cx="150876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21488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51192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隔离工作区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251192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每个开发分支独立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失败可安全丢弃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27"/>
          <p:cNvSpPr/>
          <p:nvPr/>
        </p:nvSpPr>
        <p:spPr>
          <a:xfrm>
            <a:off x="731520" y="4590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关键洞察：长时自主性 = 短命 Agent 执行长期计划，而非一个 Agent 跑到底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Superpowers 完整工作流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通过提问细化需求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保存设计文档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194560"/>
            <a:ext cx="137160" cy="137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50876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087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182880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828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5448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55448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创建隔离分支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验证干净的测试基线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194560"/>
            <a:ext cx="137160" cy="1371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74320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0" y="118872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7"/>
          <p:cNvSpPr/>
          <p:nvPr/>
        </p:nvSpPr>
        <p:spPr>
          <a:xfrm>
            <a:off x="3063240" y="1371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/>
          <p:nvPr/>
        </p:nvSpPr>
        <p:spPr>
          <a:xfrm>
            <a:off x="30632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278892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Plans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78892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拆分为2-5分钟任务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每个任务有精确规格</a:t>
            </a:r>
            <a:endParaRPr lang="en-US" sz="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194560"/>
            <a:ext cx="137160" cy="13716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97764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977640" y="118872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4297680" y="13716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4"/>
          <p:cNvSpPr/>
          <p:nvPr/>
        </p:nvSpPr>
        <p:spPr>
          <a:xfrm>
            <a:off x="42976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02336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Dev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02336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每个任务一个子代理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两阶段审查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137160" cy="13716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21208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212080" y="11887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Shape 29"/>
          <p:cNvSpPr/>
          <p:nvPr/>
        </p:nvSpPr>
        <p:spPr>
          <a:xfrm>
            <a:off x="5532120" y="137160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0"/>
          <p:cNvSpPr/>
          <p:nvPr/>
        </p:nvSpPr>
        <p:spPr>
          <a:xfrm>
            <a:off x="5532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25780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25780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强制红-绿-重构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先测试后代码</a:t>
            </a:r>
            <a:endParaRPr lang="en-US" sz="9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94560"/>
            <a:ext cx="137160" cy="13716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44652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446520" y="118872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35"/>
          <p:cNvSpPr/>
          <p:nvPr/>
        </p:nvSpPr>
        <p:spPr>
          <a:xfrm>
            <a:off x="6766560" y="13716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36"/>
          <p:cNvSpPr/>
          <p:nvPr/>
        </p:nvSpPr>
        <p:spPr>
          <a:xfrm>
            <a:off x="67665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649224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49224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对照计划审查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关键问题阻塞进度</a:t>
            </a:r>
            <a:endParaRPr lang="en-US" sz="9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194560"/>
            <a:ext cx="137160" cy="137160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680960" y="1188720"/>
            <a:ext cx="1097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7680960" y="118872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Shape 41"/>
          <p:cNvSpPr/>
          <p:nvPr/>
        </p:nvSpPr>
        <p:spPr>
          <a:xfrm>
            <a:off x="8001000" y="13716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2"/>
          <p:cNvSpPr/>
          <p:nvPr/>
        </p:nvSpPr>
        <p:spPr>
          <a:xfrm>
            <a:off x="8001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772668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Branch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7726680" y="2377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验证测试通过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合并/PR/保留/丢弃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46"/>
          <p:cNvSpPr/>
          <p:nvPr/>
        </p:nvSpPr>
        <p:spPr>
          <a:xfrm>
            <a:off x="7315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人在回路中的关键检查点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设计审批：确认 Agent 理解了你要什么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计划审批：确认任务拆解合理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审查门控：关键问题不解决就不继续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多Agent协调模式总览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440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Generator-Verifier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生成-验证循环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质量把关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持久性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1371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1234440"/>
            <a:ext cx="45720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6916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Orchestrator-Subagent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主从分工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有界子任务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持久性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011680"/>
            <a:ext cx="1371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2011680"/>
            <a:ext cx="45720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688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4688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并行长任务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持续多步工作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持久性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788920"/>
            <a:ext cx="1371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2788920"/>
            <a:ext cx="1371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长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246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2461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Bus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事件驱动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响应式管道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3291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持久性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566160"/>
            <a:ext cx="1371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0" y="3566160"/>
            <a:ext cx="9144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023360"/>
            <a:ext cx="54864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共享状态协作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研究合成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持久性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43600" y="4343400"/>
            <a:ext cx="1371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0" y="4343400"/>
            <a:ext cx="1371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长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590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选择原则：从最简单的开始 → 观察瓶颈 → 逐步演进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模式选择决策框架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单个 Agent 能搞定？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49040" y="137160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Yes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06240" y="1097280"/>
            <a:ext cx="21031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不用工作流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48840" y="1645920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24028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任务有顺序依赖？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749040" y="205740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94760" y="1783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Yes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206240" y="1783080"/>
            <a:ext cx="21031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2976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Sequential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148840" y="2331720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2240280" y="2331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48640" y="24688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子任务可并行？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749040" y="274320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9476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Yes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206240" y="2468880"/>
            <a:ext cx="21031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9" name="Text 24"/>
          <p:cNvSpPr/>
          <p:nvPr/>
        </p:nvSpPr>
        <p:spPr>
          <a:xfrm>
            <a:off x="429768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Parallel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148840" y="3017520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1" name="Text 26"/>
          <p:cNvSpPr/>
          <p:nvPr/>
        </p:nvSpPr>
        <p:spPr>
          <a:xfrm>
            <a:off x="224028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548640" y="31546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515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需要迭代改进？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3749040" y="342900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794760" y="3154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Yes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4206240" y="3154680"/>
            <a:ext cx="21031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8" name="Text 32"/>
          <p:cNvSpPr/>
          <p:nvPr/>
        </p:nvSpPr>
        <p:spPr>
          <a:xfrm>
            <a:off x="42976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Evaluator-Optimizer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2148840" y="3703320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0" name="Text 34"/>
          <p:cNvSpPr/>
          <p:nvPr/>
        </p:nvSpPr>
        <p:spPr>
          <a:xfrm>
            <a:off x="2240280" y="3703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No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548640" y="38404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3192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05156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需要长期持续工作？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3749040" y="411480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79476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Yes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4206240" y="3840480"/>
            <a:ext cx="21031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7" name="Text 40"/>
          <p:cNvSpPr/>
          <p:nvPr/>
        </p:nvSpPr>
        <p:spPr>
          <a:xfrm>
            <a:off x="429768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Agent Teams / Shared State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的演化哲学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假设会过时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每个组件编码了一个假设："模型做不了X"。模型在进步，假设会过时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定期检验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逐个移除组件，观察影响。不要一次性大幅裁剪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5603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空间不缩小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有趣的空间不会缩小，只是在移动。新能力解锁新可能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新模型新评估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8016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新模型发布时，重新检验每个组件。剔除不再承重的部分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Bitter Lesson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8016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随着模型进步，持续追问："我可以不再做什么？"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Text 19"/>
          <p:cNvSpPr/>
          <p:nvPr/>
        </p:nvSpPr>
        <p:spPr>
          <a:xfrm>
            <a:off x="731520" y="4590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实例：Sonnet 4.5 需要 Context Reset → Opus 4.5 不再焦虑 → Reset 变成死重 → 移除后性能提升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总结与核心启示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上下文是 Agent 最珍贵的资源，管理上下文就是管理 Agent 的能力边界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965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Harness 不是增加复杂度，而是为 Agent 的自主性提供结构 —— 像铁轨让火车跑得更快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7432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697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好的 Harness 编码了"模型做不了什么"的假设，要定期检验这些假设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长时可靠性来自 短命 Agent + 长期计划，而非一个 Agent 跑到底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206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1605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从最简单的方案开始，观察瓶颈，逐步演进 —— 不要过度工程化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9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31 /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Harnesses for Long-Running Agents</dc:title>
  <dc:subject>PptxGenJS Presentation</dc:subject>
  <dc:creator>AI Agent Research</dc:creator>
  <cp:lastModifiedBy>AI Agent Research</cp:lastModifiedBy>
  <cp:revision>1</cp:revision>
  <dcterms:created xsi:type="dcterms:W3CDTF">2026-04-20T06:03:26Z</dcterms:created>
  <dcterms:modified xsi:type="dcterms:W3CDTF">2026-04-20T06:03:26Z</dcterms:modified>
</cp:coreProperties>
</file>